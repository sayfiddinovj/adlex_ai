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69" r:id="rId6"/>
    <p:sldId id="261" r:id="rId7"/>
    <p:sldId id="268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B3F8"/>
    <a:srgbClr val="06B3F8"/>
    <a:srgbClr val="43BFF7"/>
    <a:srgbClr val="43BFF6"/>
    <a:srgbClr val="57C4FC"/>
    <a:srgbClr val="001DAC"/>
    <a:srgbClr val="0278FB"/>
    <a:srgbClr val="57BFFB"/>
    <a:srgbClr val="0369A1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3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31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B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79904" y="1895544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smtClean="0">
                <a:solidFill>
                  <a:srgbClr val="002060"/>
                </a:solidFill>
                <a:latin typeface="Britannic Bold" panose="020B0903060703020204" pitchFamily="34" charset="0"/>
                <a:ea typeface="Arial Black" pitchFamily="34" charset="-122"/>
                <a:cs typeface="Arial Black" pitchFamily="34" charset="-120"/>
              </a:rPr>
              <a:t>ADLEX</a:t>
            </a:r>
            <a:r>
              <a:rPr lang="en-US" sz="8000" b="1" smtClean="0">
                <a:solidFill>
                  <a:srgbClr val="FFFFFF"/>
                </a:solidFill>
                <a:latin typeface="Britannic Bold" panose="020B0903060703020204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8000" b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Britannic Bold" panose="020B0903060703020204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0" dirty="0">
              <a:solidFill>
                <a:schemeClr val="accent4">
                  <a:lumMod val="60000"/>
                  <a:lumOff val="4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11480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461244" y="3033972"/>
            <a:ext cx="41148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9904" y="3227489"/>
            <a:ext cx="4956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F2FE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AI yordamida huquqiy muammolaringizni hal qiling — tez</a:t>
            </a:r>
            <a:r>
              <a:rPr lang="en-US" sz="2000">
                <a:solidFill>
                  <a:srgbClr val="E0F2FE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smtClean="0">
                <a:solidFill>
                  <a:srgbClr val="E0F2FE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hamyonbop, </a:t>
            </a:r>
            <a:r>
              <a:rPr lang="en-US" sz="2000" dirty="0">
                <a:solidFill>
                  <a:srgbClr val="E0F2FE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000" dirty="0">
              <a:latin typeface="Britannic Bold" panose="020B0903060703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266" y="1239462"/>
            <a:ext cx="2664575" cy="26645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7C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Mahsulot tavsifi</a:t>
            </a:r>
            <a:endParaRPr lang="en-US" sz="32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9" b="13772"/>
          <a:stretch/>
        </p:blipFill>
        <p:spPr>
          <a:xfrm>
            <a:off x="653141" y="951559"/>
            <a:ext cx="7601339" cy="41919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7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6" t="21044" r="10659" b="3733"/>
          <a:stretch/>
        </p:blipFill>
        <p:spPr>
          <a:xfrm>
            <a:off x="273699" y="964162"/>
            <a:ext cx="7116147" cy="386909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-267477" y="87086"/>
            <a:ext cx="6979299" cy="7340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smtClean="0">
                <a:solidFill>
                  <a:srgbClr val="002060"/>
                </a:solidFill>
                <a:latin typeface="Britannic Bold" panose="020B0903060703020204" pitchFamily="34" charset="0"/>
              </a:rPr>
              <a:t>Bizning yechim </a:t>
            </a:r>
            <a:r>
              <a:rPr lang="en-150" sz="3600" smtClean="0">
                <a:solidFill>
                  <a:srgbClr val="002060"/>
                </a:solidFill>
                <a:latin typeface="Britannic Bold" panose="020B0903060703020204" pitchFamily="34" charset="0"/>
              </a:rPr>
              <a:t>–</a:t>
            </a:r>
            <a:r>
              <a:rPr lang="en-US" sz="3600" smtClean="0">
                <a:solidFill>
                  <a:srgbClr val="001DAC"/>
                </a:solidFill>
                <a:latin typeface="Britannic Bold" panose="020B0903060703020204" pitchFamily="34" charset="0"/>
              </a:rPr>
              <a:t> ADLEX </a:t>
            </a:r>
            <a:r>
              <a:rPr lang="en-US" sz="360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Britannic Bold" panose="020B0903060703020204" pitchFamily="34" charset="0"/>
              </a:rPr>
              <a:t>AI</a:t>
            </a:r>
            <a:endParaRPr lang="en-US" sz="3600">
              <a:solidFill>
                <a:schemeClr val="accent4">
                  <a:lumMod val="60000"/>
                  <a:lumOff val="40000"/>
                </a:schemeClr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68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903445" y="4590661"/>
            <a:ext cx="5330890" cy="503853"/>
          </a:xfrm>
          <a:prstGeom prst="rect">
            <a:avLst/>
          </a:prstGeom>
          <a:solidFill>
            <a:srgbClr val="06B3F8"/>
          </a:solidFill>
          <a:ln>
            <a:solidFill>
              <a:srgbClr val="05B3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2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Yechim + Raqobatchilar tahlili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60604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987552"/>
            <a:ext cx="1874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9875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smtClean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ADLEX </a:t>
            </a:r>
            <a:r>
              <a:rPr lang="en-US" sz="13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87552"/>
            <a:ext cx="187452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875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LexAI (Davlat)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987552"/>
            <a:ext cx="187452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9875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yurxizmat.uz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2606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6304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smtClean="0">
                <a:solidFill>
                  <a:srgbClr val="0369A1"/>
                </a:solidFill>
                <a:latin typeface="Calibri" pitchFamily="34" charset="0"/>
                <a:cs typeface="Calibri" pitchFamily="34" charset="-120"/>
              </a:rPr>
              <a:t>AL Maslahat</a:t>
            </a:r>
            <a:endParaRPr lang="en-US" sz="2000" b="1" dirty="0"/>
          </a:p>
        </p:txBody>
      </p:sp>
      <p:sp>
        <p:nvSpPr>
          <p:cNvPr id="15" name="Shape 13"/>
          <p:cNvSpPr/>
          <p:nvPr/>
        </p:nvSpPr>
        <p:spPr>
          <a:xfrm>
            <a:off x="2971800" y="1463040"/>
            <a:ext cx="1874520" cy="493776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46304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1874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6304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20840" y="1463040"/>
            <a:ext cx="1874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46304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1990251"/>
            <a:ext cx="260604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8424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 </a:t>
            </a:r>
            <a:r>
              <a:rPr lang="en-US" sz="2000" b="1" smtClean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</a:t>
            </a:r>
            <a:endParaRPr lang="en-US" sz="2000" b="1" dirty="0"/>
          </a:p>
        </p:txBody>
      </p:sp>
      <p:sp>
        <p:nvSpPr>
          <p:cNvPr id="23" name="Shape 21"/>
          <p:cNvSpPr/>
          <p:nvPr/>
        </p:nvSpPr>
        <p:spPr>
          <a:xfrm>
            <a:off x="2971800" y="1984248"/>
            <a:ext cx="1874520" cy="493776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198424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84248"/>
            <a:ext cx="18745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98424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20840" y="1984248"/>
            <a:ext cx="18745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98424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47954" y="2561221"/>
            <a:ext cx="26060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674" y="2713918"/>
            <a:ext cx="2514600" cy="27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smtClean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Hujjatlarni qonuniy tahlili</a:t>
            </a:r>
            <a:endParaRPr lang="en-US" sz="2000" b="1" dirty="0"/>
          </a:p>
        </p:txBody>
      </p:sp>
      <p:sp>
        <p:nvSpPr>
          <p:cNvPr id="31" name="Shape 29"/>
          <p:cNvSpPr/>
          <p:nvPr/>
        </p:nvSpPr>
        <p:spPr>
          <a:xfrm>
            <a:off x="2971800" y="2564401"/>
            <a:ext cx="1874520" cy="572891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564401"/>
            <a:ext cx="1783080" cy="57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846320" y="2564401"/>
            <a:ext cx="1874520" cy="57289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564401"/>
            <a:ext cx="1783080" cy="57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720840" y="2564401"/>
            <a:ext cx="1874520" cy="57289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564401"/>
            <a:ext cx="1783080" cy="57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47954" y="3213556"/>
            <a:ext cx="2606040" cy="501629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02666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2988284" y="3221409"/>
            <a:ext cx="1874520" cy="493776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34004" y="3221409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862804" y="3221409"/>
            <a:ext cx="18745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37324" y="3221409"/>
            <a:ext cx="18745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1470" y="3789628"/>
            <a:ext cx="26225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algn="ctr"/>
            <a:r>
              <a:rPr lang="en-US" b="1" smtClean="0">
                <a:solidFill>
                  <a:srgbClr val="0369A1"/>
                </a:solidFill>
              </a:rPr>
              <a:t>100% maxfiy tahlil</a:t>
            </a:r>
            <a:endParaRPr lang="en-US" b="1">
              <a:solidFill>
                <a:srgbClr val="0369A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11480" y="354787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2988284" y="3787016"/>
            <a:ext cx="1874520" cy="493776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34004" y="378701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4862804" y="3787016"/>
            <a:ext cx="1874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7324" y="3787016"/>
            <a:ext cx="1874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54787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411480" y="406908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6737324" y="4308224"/>
            <a:ext cx="18745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1470" y="4536823"/>
            <a:ext cx="841248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7190" y="4536823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ADLEX 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— O'zbekistonda birinchi AI + ariza tuzish + xato aniqlash kombinatsiyasi!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 42"/>
          <p:cNvSpPr/>
          <p:nvPr/>
        </p:nvSpPr>
        <p:spPr>
          <a:xfrm>
            <a:off x="6720840" y="3578103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4" name="Text 28"/>
          <p:cNvSpPr/>
          <p:nvPr/>
        </p:nvSpPr>
        <p:spPr>
          <a:xfrm>
            <a:off x="393674" y="3308774"/>
            <a:ext cx="2514600" cy="330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smtClean="0">
                <a:solidFill>
                  <a:srgbClr val="0369A1"/>
                </a:solidFill>
              </a:rPr>
              <a:t>Soha va Murojaat</a:t>
            </a:r>
            <a:endParaRPr lang="en-US" sz="2000" b="1" dirty="0">
              <a:solidFill>
                <a:srgbClr val="0369A1"/>
              </a:solidFill>
            </a:endParaRPr>
          </a:p>
        </p:txBody>
      </p:sp>
      <p:sp>
        <p:nvSpPr>
          <p:cNvPr id="66" name="Text 32"/>
          <p:cNvSpPr/>
          <p:nvPr/>
        </p:nvSpPr>
        <p:spPr>
          <a:xfrm>
            <a:off x="4862804" y="3193977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67" name="Text 32"/>
          <p:cNvSpPr/>
          <p:nvPr/>
        </p:nvSpPr>
        <p:spPr>
          <a:xfrm>
            <a:off x="6783044" y="3213074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68" name="Text 32"/>
          <p:cNvSpPr/>
          <p:nvPr/>
        </p:nvSpPr>
        <p:spPr>
          <a:xfrm>
            <a:off x="4885664" y="3781044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69" name="Text 32"/>
          <p:cNvSpPr/>
          <p:nvPr/>
        </p:nvSpPr>
        <p:spPr>
          <a:xfrm>
            <a:off x="6737324" y="377330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6220"/>
            <a:ext cx="9139141" cy="51435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635967" y="870857"/>
            <a:ext cx="5859625" cy="304800"/>
          </a:xfrm>
          <a:prstGeom prst="rect">
            <a:avLst/>
          </a:prstGeom>
          <a:solidFill>
            <a:srgbClr val="43BFF6"/>
          </a:solidFill>
          <a:ln>
            <a:solidFill>
              <a:srgbClr val="43BF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smtClean="0"/>
              <a:t>Freemium + pullik tariflar + kelajakda B2B xizmatlar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68656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17241"/>
            <a:ext cx="9144000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" y="-311026"/>
            <a:ext cx="109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-179241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Bizning jamoa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35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Loyiha rahbari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34930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smtClean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Valixonov</a:t>
            </a:r>
            <a:endParaRPr lang="en-US" sz="1200"/>
          </a:p>
          <a:p>
            <a:pPr algn="ctr"/>
            <a:r>
              <a:rPr lang="en-US" sz="1200" b="1" smtClean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Ilyosbek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496312" y="1051560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99232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606040" y="2286000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8900" y="3235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</a:t>
            </a:r>
            <a:r>
              <a:rPr lang="en-US" sz="1100" b="1" smtClean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Analitik / Frontend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428565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b="1">
              <a:solidFill>
                <a:srgbClr val="0369A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200" b="1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Ro'zaliyev</a:t>
            </a:r>
            <a:endParaRPr lang="en-US" sz="1200"/>
          </a:p>
          <a:p>
            <a:pPr algn="ctr"/>
            <a:r>
              <a:rPr lang="en-US" sz="1200" b="1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Muhammadaziz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45152" y="1051560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48072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236541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/ UI-UX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35844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mtClean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Abduraximov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Abdullaziz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93992" y="1051560"/>
            <a:ext cx="1965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96912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903720" y="2286000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0860" y="3235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Dasturchi / Flutter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5844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Sayifiddinov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Jamshidbek</a:t>
            </a:r>
            <a:endParaRPr lang="en-US" sz="1200" dirty="0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1992"/>
            <a:ext cx="2039112" cy="20391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Рисунок 2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" t="5695" r="-2120" b="4948"/>
          <a:stretch/>
        </p:blipFill>
        <p:spPr>
          <a:xfrm>
            <a:off x="2674620" y="1051560"/>
            <a:ext cx="1645920" cy="22061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264" y="1100576"/>
            <a:ext cx="2015848" cy="20158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2" name="Рисунок 31"/>
          <p:cNvPicPr>
            <a:picLocks noChangeAspect="1"/>
          </p:cNvPicPr>
          <p:nvPr/>
        </p:nvPicPr>
        <p:blipFill rotWithShape="1">
          <a:blip r:embed="rId6"/>
          <a:srcRect t="15923" b="12721"/>
          <a:stretch/>
        </p:blipFill>
        <p:spPr>
          <a:xfrm>
            <a:off x="6858000" y="1007955"/>
            <a:ext cx="1760220" cy="23493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8B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685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Rahmat!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1148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smtClean="0">
                <a:solidFill>
                  <a:srgbClr val="E0F2FE"/>
                </a:solidFill>
                <a:latin typeface="Calibri" pitchFamily="34" charset="0"/>
                <a:cs typeface="Calibri" pitchFamily="34" charset="-120"/>
              </a:rPr>
              <a:t>E’tiboringiz uchun</a:t>
            </a:r>
            <a:r>
              <a:rPr lang="en-150" sz="2200" i="1" smtClean="0">
                <a:solidFill>
                  <a:srgbClr val="E0F2FE"/>
                </a:solidFill>
                <a:latin typeface="Calibri" pitchFamily="34" charset="0"/>
                <a:cs typeface="Calibri" pitchFamily="34" charset="-120"/>
              </a:rPr>
              <a:t>…</a:t>
            </a:r>
            <a:r>
              <a:rPr lang="en-US" sz="2200" i="1" smtClean="0">
                <a:solidFill>
                  <a:srgbClr val="E0F2FE"/>
                </a:solidFill>
                <a:latin typeface="Calibri" pitchFamily="34" charset="0"/>
                <a:cs typeface="Calibri" pitchFamily="34" charset="-120"/>
              </a:rPr>
              <a:t>.!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2606040"/>
            <a:ext cx="41148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6207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+998 88 232 40 77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96996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33238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www.atmas.uz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94684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9215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talaba4077@gmail.com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67512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400" b="1" smtClean="0">
                <a:solidFill>
                  <a:srgbClr val="00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ADLEX</a:t>
            </a:r>
            <a:r>
              <a:rPr lang="en-US" sz="2400" b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400" dirty="0">
              <a:solidFill>
                <a:srgbClr val="FFFF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80" y="4503388"/>
            <a:ext cx="398106" cy="39810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77162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smtClean="0">
                <a:solidFill>
                  <a:schemeClr val="bg1"/>
                </a:solidFill>
              </a:rPr>
              <a:t>@a</a:t>
            </a:r>
            <a:r>
              <a:rPr lang="en-US" sz="1500" smtClean="0">
                <a:solidFill>
                  <a:schemeClr val="bg1"/>
                </a:solidFill>
              </a:rPr>
              <a:t>dlex_ai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131</Words>
  <Application>Microsoft Office PowerPoint</Application>
  <PresentationFormat>Экран (16:9)</PresentationFormat>
  <Paragraphs>57</Paragraphs>
  <Slides>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Britannic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Windows11</cp:lastModifiedBy>
  <cp:revision>39</cp:revision>
  <dcterms:created xsi:type="dcterms:W3CDTF">2026-06-04T11:30:15Z</dcterms:created>
  <dcterms:modified xsi:type="dcterms:W3CDTF">2026-06-05T11:03:13Z</dcterms:modified>
</cp:coreProperties>
</file>